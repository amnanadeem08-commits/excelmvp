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DD3FC"/>
                </a:solidFill>
              </a:rPr>
              <a:t>PYTHON · STREAMLIT · PANDAS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</a:rPr>
              <a:t>Excel Automation &amp;</a:t>
            </a:r>
          </a:p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</a:rPr>
              <a:t>AI Reporting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CBD5E1"/>
                </a:solidFill>
              </a:rPr>
              <a:t>Upload a spreadsheet and automatically clean data, build dashboards, generate pivot analytics, and produce client-ready AI business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25146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48920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0292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4864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</a:rPr>
              <a:t>Core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892040"/>
            <a:ext cx="25146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4892040"/>
            <a:ext cx="73152" cy="1143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50292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4-section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54864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</a:rPr>
              <a:t>AI insight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892040"/>
            <a:ext cx="25146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4892040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50292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PDF · PPT ·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4864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</a:rPr>
              <a:t>Exports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4892040"/>
            <a:ext cx="25146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15400" y="489204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50292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4864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</a:rPr>
              <a:t>Excel/CSV 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What is this project?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6400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A freelance-ready web app that replaces hours of manual Excel work. It reads any spreadsheet, cleans and structures the data with pandas, and turns it into interactive dashboards and professional reports — explained in plain business language by an AI insight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08960"/>
            <a:ext cx="6400800" cy="3108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29184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Built like a product, not a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49039"/>
            <a:ext cx="5852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4155"/>
                </a:solidFill>
              </a:rPr>
              <a:t>•  Simple, client-friendly Streamlit interface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155"/>
                </a:solidFill>
              </a:rPr>
              <a:t>•  Works with any sales, finance, HR, or inventory file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155"/>
                </a:solidFill>
              </a:rPr>
              <a:t>•  No manual formulas, pivot tables, or chart building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155"/>
                </a:solidFill>
              </a:rPr>
              <a:t>•  One-click cleaned data, dashboards, and reports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155"/>
                </a:solidFill>
              </a:rPr>
              <a:t>•  Optional real AI (OpenAI/Claude) for written narratives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554480"/>
            <a:ext cx="43434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69480" y="1554480"/>
            <a:ext cx="82296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25512" y="171907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2157984"/>
            <a:ext cx="3931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Small businesses drown in messy Excel files and spend hours building the same reports by hand.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108960"/>
            <a:ext cx="43434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69480" y="3108960"/>
            <a:ext cx="82296" cy="1417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25512" y="327355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2" y="3712464"/>
            <a:ext cx="3931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Automate the entire flow: clean → analyze → visualize → explain → export, in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4663440"/>
            <a:ext cx="43434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69480" y="4663440"/>
            <a:ext cx="82296" cy="1417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25512" y="482803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The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5266944"/>
            <a:ext cx="3931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Sellable on Fiverr &amp; Upwork for Excel automation, dashboards, and reporting gigs.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82296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Excel Input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Upload .xlsx / .xls / .csv, multi-sheet support, automatic structure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82296" cy="2148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Data Cleaning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Standardize names, remove duplicates, fix types, fill missing values, cap outliers.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19872" y="1600200"/>
            <a:ext cx="82296" cy="2148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4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Automation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Pivot-table equivalents via pandas groupby + KPIs (total, average, growth 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3977640"/>
            <a:ext cx="82296" cy="2148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Interactive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KPI cards, bar/line/pie charts, distributions, and category + date filters.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977640"/>
            <a:ext cx="82296" cy="2148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9432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AI Insight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Detects dataset type and writes summary, insights, anomalies, recommendations.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19872" y="3977640"/>
            <a:ext cx="82296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5904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Export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Cleaned Excel/CSV, multi-sheet summary, and branded PDF &amp; PowerPoint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How It Works —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178308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1 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Read Excel/CSV, pick a sheet, detect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8803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04872" y="2331720"/>
            <a:ext cx="1783080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42032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2 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Fix types, dedupe, fill gaps, cap outliers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28803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2816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42816" y="2331720"/>
            <a:ext cx="1783080" cy="1097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9976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3  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Groupby pivots, KPIs, growth, correlations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28803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60" y="2331720"/>
            <a:ext cx="1783080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4  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Auto Plotly dashboard with live filters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28803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18704" y="2331720"/>
            <a:ext cx="178308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55864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5  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AI insights: summary, anomalies,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6" y="28803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56648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56648" y="2331720"/>
            <a:ext cx="178308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93808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6 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Excel, PDF &amp; PowerPoint deliverables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526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4748B"/>
                </a:solidFill>
              </a:rPr>
              <a:t>Data flows one direction — every stage is a separate, reusable Python module.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074920"/>
            <a:ext cx="1106424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5074920"/>
            <a:ext cx="110642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34155"/>
                </a:solidFill>
              </a:rPr>
              <a:t>data_loader.py  →  data_cleaning.py  →  analytics_engine.py  →  dashboard.py  →  ai_insights.py  →  export_module.py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THE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AI Insight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generate_ai_insights(df) converts cleaned data into a structured, client-ready report in four sections: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54864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2148840"/>
            <a:ext cx="82296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1 · Dataset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5234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Auto-detects the domain (sales, finance, HR, inventory) and explains what the data represents.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4864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82296" cy="15087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231343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2 · Key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75234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Top &amp; worst performers, growth/decline trend, and the most important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40480"/>
            <a:ext cx="54864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3840480"/>
            <a:ext cx="82296" cy="1508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00507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3 · Problems / Anomalies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4398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Unusual spikes &amp; drops vs. trend, abnormal values, and missing-data patterns.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54864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82296" cy="1508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400507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4 ·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44398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3–5 actionable suggestions to grow revenue and fix weak areas.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257800"/>
            <a:ext cx="11064240" cy="9601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</a:rPr>
              <a:t>Example:  "Sales dropped by 35% in March compared to the average trend."   ·   "Focus marketing on Product A — it contributes 42% of total revenue."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Tech Stack &amp; Project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949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82296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1827"/>
                </a:solidFill>
              </a:rP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45920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</a:rPr>
              <a:t>Interactive web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42032"/>
            <a:ext cx="53949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542032"/>
            <a:ext cx="82296" cy="777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1827"/>
                </a:solidFill>
              </a:rPr>
              <a:t>Pandas +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42032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</a:rPr>
              <a:t>Cleaning &amp;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38144"/>
            <a:ext cx="53949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438144"/>
            <a:ext cx="82296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547872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1827"/>
                </a:solidFill>
              </a:rPr>
              <a:t>Plotly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38144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</a:rPr>
              <a:t>Interactive 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34256"/>
            <a:ext cx="53949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334256"/>
            <a:ext cx="82296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443984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1827"/>
                </a:solidFill>
              </a:rPr>
              <a:t>ReportLab + python-pptx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34256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</a:rPr>
              <a:t>PDF &amp; PPT exports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30368"/>
            <a:ext cx="53949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5230368"/>
            <a:ext cx="82296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340096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1827"/>
                </a:solidFill>
              </a:rPr>
              <a:t>OpenAI / 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230368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</a:rPr>
              <a:t>Optional LLM insights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645920"/>
            <a:ext cx="5349240" cy="44805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</a:rPr>
              <a:t>Clean, modular codebase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3317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app.py — Streamlit UI orchestrator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data_loader.py — input &amp; sheet detection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data_cleaning.py — pandas cleaning engine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analytics_engine.py — pivots, KPIs, growth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dashboard.py — charts, cards, filters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ai_insights.py — the AI brain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export_module.py — Excel / PDF / PPT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Use Cases &amp; Target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82296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Small Business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Monthly sales, revenue, and operations dashboards without an analyst.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82296" cy="2148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Sales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Track top products, regions, and trends; spot drops 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19872" y="1600200"/>
            <a:ext cx="82296" cy="2148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4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Finance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Clean transaction exports and produce summary reports fast.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3977640"/>
            <a:ext cx="82296" cy="2148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HR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Headcount, salary, tenure, and attrition snapshots.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977640"/>
            <a:ext cx="82296" cy="2148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9432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Freelance Gigs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Deliverable for Fiverr &amp; Upwork Excel automation jobs.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19872" y="3977640"/>
            <a:ext cx="82296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5904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Recurring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Reusable analytics pack for weekly/monthly leadership reviews.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94A3B8"/>
                </a:solidFill>
              </a:rPr>
              <a:t>From messy spreadsheet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client-ready report in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</a:rPr>
              <a:t>Automated cleaning · Interactive dashboards · AI business insights · Professional exports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46320"/>
            <a:ext cx="420624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4846320"/>
            <a:ext cx="73152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141937"/>
            <a:ext cx="5058918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FFFFFF"/>
                </a:solidFill>
              </a:rPr>
              <a:t>https://excelmvp-muqntkjoq8527pxpxevcuj.streamlit.app/</a:t>
            </a:r>
            <a:endParaRPr sz="15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811</Words>
  <Application>Microsoft Office PowerPoint</Application>
  <PresentationFormat>Widescreen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k16473</cp:lastModifiedBy>
  <cp:revision>2</cp:revision>
  <dcterms:created xsi:type="dcterms:W3CDTF">2013-01-27T09:14:16Z</dcterms:created>
  <dcterms:modified xsi:type="dcterms:W3CDTF">2026-05-30T19:20:48Z</dcterms:modified>
  <cp:category/>
</cp:coreProperties>
</file>