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DD3FC"/>
                </a:solidFill>
              </a:rPr>
              <a:t>PYTHON · STREAMLIT · PANDAS ·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</a:rPr>
              <a:t>Excel Automation &amp;</a:t>
            </a:r>
          </a:p>
          <a:p>
            <a:pPr algn="l"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</a:rPr>
              <a:t>AI Reporting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9875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CBD5E1"/>
                </a:solidFill>
              </a:rPr>
              <a:t>Upload a spreadsheet and automatically clean data, build dashboards, generate pivot analytics, and produce client-ready AI business reports.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16052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DD3FC"/>
                </a:solidFill>
              </a:rPr>
              <a:t>https://github.com/amnanadeem08-commits/excelMVP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892040"/>
            <a:ext cx="2514600" cy="1143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4892040"/>
            <a:ext cx="73152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02920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548640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</a:rPr>
              <a:t>Core modules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4892040"/>
            <a:ext cx="2514600" cy="1143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20440" y="4892040"/>
            <a:ext cx="73152" cy="11430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502920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</a:rPr>
              <a:t>4-section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548640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</a:rPr>
              <a:t>AI insight report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892040"/>
            <a:ext cx="2514600" cy="1143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4892040"/>
            <a:ext cx="73152" cy="1143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502920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</a:rPr>
              <a:t>PDF · PPT · Excel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548640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</a:rPr>
              <a:t>Exports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4892040"/>
            <a:ext cx="2514600" cy="1143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15400" y="4892040"/>
            <a:ext cx="73152" cy="1143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502920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</a:rPr>
              <a:t>Any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548640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</a:rPr>
              <a:t>Excel/CSV file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11827"/>
                </a:solidFill>
              </a:rPr>
              <a:t>What is this project?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005840" cy="45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6400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</a:rPr>
              <a:t>A freelance-ready web app that replaces hours of manual Excel work. It reads any spreadsheet, cleans and structures the data with pandas, and turns it into interactive dashboards and professional reports — explained in plain business language by an AI insight layer.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108960"/>
            <a:ext cx="6400800" cy="310896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3291840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1827"/>
                </a:solidFill>
              </a:rPr>
              <a:t>Built like a product, not a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749039"/>
            <a:ext cx="5852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334155"/>
                </a:solidFill>
              </a:rPr>
              <a:t>•  Simple, client-friendly Streamlit interface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4155"/>
                </a:solidFill>
              </a:rPr>
              <a:t>•  Works with any sales, finance, HR, or inventory file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4155"/>
                </a:solidFill>
              </a:rPr>
              <a:t>•  No manual formulas, pivot tables, or chart building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4155"/>
                </a:solidFill>
              </a:rPr>
              <a:t>•  One-click cleaned data, dashboards, and reports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4155"/>
                </a:solidFill>
              </a:rPr>
              <a:t>•  Optional real AI (OpenAI/Claude) for written narratives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1554480"/>
            <a:ext cx="434340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69480" y="1554480"/>
            <a:ext cx="82296" cy="1417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25512" y="1719072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1827"/>
                </a:solidFill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5512" y="2157984"/>
            <a:ext cx="3931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</a:rPr>
              <a:t>Small businesses drown in messy Excel files and spend hours building the same reports by hand.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3108960"/>
            <a:ext cx="434340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69480" y="3108960"/>
            <a:ext cx="82296" cy="14173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25512" y="3273552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1827"/>
                </a:solidFill>
              </a:rPr>
              <a:t>The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25512" y="3712464"/>
            <a:ext cx="3931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</a:rPr>
              <a:t>Automate the entire flow: clean → analyze → visualize → explain → export, in seconds.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9480" y="4663440"/>
            <a:ext cx="434340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69480" y="4663440"/>
            <a:ext cx="82296" cy="14173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25512" y="4828032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1827"/>
                </a:solidFill>
              </a:rPr>
              <a:t>The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5512" y="5266944"/>
            <a:ext cx="3931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</a:rPr>
              <a:t>Sellable on Fiverr &amp; Upwork for Excel automation, dashboards, and reporting gigs.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</a:rPr>
              <a:t>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11827"/>
                </a:solidFill>
              </a:rPr>
              <a:t>Key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005840" cy="45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361188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00200"/>
            <a:ext cx="82296" cy="21488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6479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1827"/>
                </a:solidFill>
              </a:rPr>
              <a:t>Excel Input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03704"/>
            <a:ext cx="32004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</a:rPr>
              <a:t>Upload .xlsx / .xls / .csv, multi-sheet support, automatic structure detection.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00200"/>
            <a:ext cx="361188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00200"/>
            <a:ext cx="82296" cy="21488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76479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1827"/>
                </a:solidFill>
              </a:rPr>
              <a:t>Data Cleaning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203704"/>
            <a:ext cx="32004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</a:rPr>
              <a:t>Standardize names, remove duplicates, fix types, fill missing values, cap outliers.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600200"/>
            <a:ext cx="361188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19872" y="1600200"/>
            <a:ext cx="82296" cy="21488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75904" y="176479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1827"/>
                </a:solidFill>
              </a:rPr>
              <a:t>Automation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4" y="2203704"/>
            <a:ext cx="32004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</a:rPr>
              <a:t>Pivot-table equivalents via pandas groupby + KPIs (total, average, growth %).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977640"/>
            <a:ext cx="361188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3977640"/>
            <a:ext cx="82296" cy="21488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4223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1827"/>
                </a:solidFill>
              </a:rPr>
              <a:t>Interactive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581144"/>
            <a:ext cx="32004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</a:rPr>
              <a:t>KPI cards, bar/line/pie charts, distributions, and category + date filters.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977640"/>
            <a:ext cx="361188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3977640"/>
            <a:ext cx="82296" cy="21488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9432" y="414223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1827"/>
                </a:solidFill>
              </a:rPr>
              <a:t>AI Insight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2" y="4581144"/>
            <a:ext cx="32004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</a:rPr>
              <a:t>Detects dataset type and writes summary, insights, anomalies, recommendations.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19872" y="3977640"/>
            <a:ext cx="361188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19872" y="3977640"/>
            <a:ext cx="82296" cy="21488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75904" y="414223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1827"/>
                </a:solidFill>
              </a:rPr>
              <a:t>Export System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75904" y="4581144"/>
            <a:ext cx="32004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</a:rPr>
              <a:t>Cleaned Excel/CSV, multi-sheet summary, and branded PDF &amp; PowerPoint reports.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11827"/>
                </a:solidFill>
              </a:rPr>
              <a:t>How It Works — The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005840" cy="45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2331720"/>
            <a:ext cx="1783080" cy="1783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331720"/>
            <a:ext cx="1783080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606040"/>
            <a:ext cx="1508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1827"/>
                </a:solidFill>
              </a:rPr>
              <a:t>1  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108960"/>
            <a:ext cx="1508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</a:rPr>
              <a:t>Read Excel/CSV, pick a sheet, detect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88036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64748B"/>
                </a:solidFill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04872" y="2331720"/>
            <a:ext cx="1783080" cy="1783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04872" y="2331720"/>
            <a:ext cx="1783080" cy="10972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42032" y="2606040"/>
            <a:ext cx="1508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1827"/>
                </a:solidFill>
              </a:rPr>
              <a:t>2  Clean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2032" y="3108960"/>
            <a:ext cx="1508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</a:rPr>
              <a:t>Fix types, dedupe, fill gaps, cap outliers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9664" y="288036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64748B"/>
                </a:solidFill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42816" y="2331720"/>
            <a:ext cx="1783080" cy="1783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42816" y="2331720"/>
            <a:ext cx="1783080" cy="10972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9976" y="2606040"/>
            <a:ext cx="1508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1827"/>
                </a:solidFill>
              </a:rPr>
              <a:t>3  Analyze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9976" y="3108960"/>
            <a:ext cx="1508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</a:rPr>
              <a:t>Groupby pivots, KPIs, growth, correlations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07608" y="288036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64748B"/>
                </a:solidFill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2331720"/>
            <a:ext cx="1783080" cy="1783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80760" y="2331720"/>
            <a:ext cx="1783080" cy="10972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2606040"/>
            <a:ext cx="1508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1827"/>
                </a:solidFill>
              </a:rPr>
              <a:t>4  Visualize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108960"/>
            <a:ext cx="1508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</a:rPr>
              <a:t>Auto Plotly dashboard with live filters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45552" y="288036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64748B"/>
                </a:solidFill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18704" y="2331720"/>
            <a:ext cx="1783080" cy="1783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18704" y="2331720"/>
            <a:ext cx="178308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55864" y="2606040"/>
            <a:ext cx="1508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1827"/>
                </a:solidFill>
              </a:rPr>
              <a:t>5  Explain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55864" y="3108960"/>
            <a:ext cx="1508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</a:rPr>
              <a:t>AI insights: summary, anomalies, actions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83496" y="288036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64748B"/>
                </a:solidFill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56648" y="2331720"/>
            <a:ext cx="1783080" cy="1783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756648" y="2331720"/>
            <a:ext cx="1783080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93808" y="2606040"/>
            <a:ext cx="1508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1827"/>
                </a:solidFill>
              </a:rPr>
              <a:t>6  Export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93808" y="3108960"/>
            <a:ext cx="1508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</a:rPr>
              <a:t>Excel, PDF &amp; PowerPoint deliverables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45262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4748B"/>
                </a:solidFill>
              </a:rPr>
              <a:t>Data flows one direction — every stage is a separate, reusable Python module.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5074920"/>
            <a:ext cx="11064240" cy="100584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5074920"/>
            <a:ext cx="110642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334155"/>
                </a:solidFill>
              </a:rPr>
              <a:t>data_loader.py  →  data_cleaning.py  →  analytics_engine.py  →  dashboard.py  →  ai_insights.py  →  export_module.py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</a:rPr>
              <a:t>THE BRAIN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11827"/>
                </a:solidFill>
              </a:rPr>
              <a:t>AI Insight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005840" cy="45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</a:rPr>
              <a:t>generate_ai_insights(df) converts cleaned data into a structured, client-ready report in four sections: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48840"/>
            <a:ext cx="548640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148840"/>
            <a:ext cx="82296" cy="15087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1827"/>
                </a:solidFill>
              </a:rPr>
              <a:t>1 · Dataset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52344"/>
            <a:ext cx="5074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</a:rPr>
              <a:t>Auto-detects the domain (sales, finance, HR, inventory) and explains what the data represents.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48840"/>
            <a:ext cx="548640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148840"/>
            <a:ext cx="82296" cy="150876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2313432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1827"/>
                </a:solidFill>
              </a:rPr>
              <a:t>2 · Key Insights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752344"/>
            <a:ext cx="5074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</a:rPr>
              <a:t>Top &amp; worst performers, growth/decline trend, and the most important patterns.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40480"/>
            <a:ext cx="548640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840480"/>
            <a:ext cx="82296" cy="15087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005072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1827"/>
                </a:solidFill>
              </a:rPr>
              <a:t>3 · Problems / Anomalies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443984"/>
            <a:ext cx="5074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</a:rPr>
              <a:t>Unusual spikes &amp; drops vs. trend, abnormal values, and missing-data patterns.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840480"/>
            <a:ext cx="548640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840480"/>
            <a:ext cx="82296" cy="15087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4005072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1827"/>
                </a:solidFill>
              </a:rPr>
              <a:t>4 · Recommendations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4443984"/>
            <a:ext cx="5074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</a:rPr>
              <a:t>3–5 actionable suggestions to grow revenue and fix weak areas.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257800"/>
            <a:ext cx="11064240" cy="96012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257800"/>
            <a:ext cx="105156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2E8F0"/>
                </a:solidFill>
              </a:rPr>
              <a:t>Example:  "Sales dropped by 35% in March compared to the average trend."   ·   "Focus marketing on Product A — it contributes 42% of total revenue."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</a:rPr>
              <a:t>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11827"/>
                </a:solidFill>
              </a:rPr>
              <a:t>Tech Stack &amp; Project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005840" cy="45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645920"/>
            <a:ext cx="539496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45920"/>
            <a:ext cx="82296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55648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11827"/>
                </a:solidFill>
              </a:rPr>
              <a:t>Streamlit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645920"/>
            <a:ext cx="2651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</a:rPr>
              <a:t>Interactive web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542032"/>
            <a:ext cx="539496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542032"/>
            <a:ext cx="82296" cy="7772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51760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11827"/>
                </a:solidFill>
              </a:rPr>
              <a:t>Pandas + NumPy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542032"/>
            <a:ext cx="2651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</a:rPr>
              <a:t>Cleaning &amp; analytics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38144"/>
            <a:ext cx="539496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3438144"/>
            <a:ext cx="82296" cy="7772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547872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11827"/>
                </a:solidFill>
              </a:rPr>
              <a:t>Plotly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438144"/>
            <a:ext cx="2651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</a:rPr>
              <a:t>Interactive charts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34256"/>
            <a:ext cx="539496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334256"/>
            <a:ext cx="82296" cy="7772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443984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11827"/>
                </a:solidFill>
              </a:rPr>
              <a:t>ReportLab + python-pptx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334256"/>
            <a:ext cx="2651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</a:rPr>
              <a:t>PDF &amp; PPT exports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230368"/>
            <a:ext cx="539496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5230368"/>
            <a:ext cx="82296" cy="777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340096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11827"/>
                </a:solidFill>
              </a:rPr>
              <a:t>OpenAI / Claude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5230368"/>
            <a:ext cx="2651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</a:rPr>
              <a:t>Optional LLM insights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1645920"/>
            <a:ext cx="5349240" cy="44805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18288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</a:rPr>
              <a:t>Clean, modular codebase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233172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50">
                <a:solidFill>
                  <a:srgbClr val="CBD5E1"/>
                </a:solidFill>
              </a:rPr>
              <a:t>›  app.py — Streamlit UI orchestrator</a:t>
            </a:r>
          </a:p>
          <a:p>
            <a:pPr>
              <a:spcAft>
                <a:spcPts val="900"/>
              </a:spcAft>
            </a:pPr>
            <a:r>
              <a:rPr sz="1250">
                <a:solidFill>
                  <a:srgbClr val="CBD5E1"/>
                </a:solidFill>
              </a:rPr>
              <a:t>›  data_loader.py — input &amp; sheet detection</a:t>
            </a:r>
          </a:p>
          <a:p>
            <a:pPr>
              <a:spcAft>
                <a:spcPts val="900"/>
              </a:spcAft>
            </a:pPr>
            <a:r>
              <a:rPr sz="1250">
                <a:solidFill>
                  <a:srgbClr val="CBD5E1"/>
                </a:solidFill>
              </a:rPr>
              <a:t>›  data_cleaning.py — pandas cleaning engine</a:t>
            </a:r>
          </a:p>
          <a:p>
            <a:pPr>
              <a:spcAft>
                <a:spcPts val="900"/>
              </a:spcAft>
            </a:pPr>
            <a:r>
              <a:rPr sz="1250">
                <a:solidFill>
                  <a:srgbClr val="CBD5E1"/>
                </a:solidFill>
              </a:rPr>
              <a:t>›  analytics_engine.py — pivots, KPIs, growth</a:t>
            </a:r>
          </a:p>
          <a:p>
            <a:pPr>
              <a:spcAft>
                <a:spcPts val="900"/>
              </a:spcAft>
            </a:pPr>
            <a:r>
              <a:rPr sz="1250">
                <a:solidFill>
                  <a:srgbClr val="CBD5E1"/>
                </a:solidFill>
              </a:rPr>
              <a:t>›  dashboard.py — charts, cards, filters</a:t>
            </a:r>
          </a:p>
          <a:p>
            <a:pPr>
              <a:spcAft>
                <a:spcPts val="900"/>
              </a:spcAft>
            </a:pPr>
            <a:r>
              <a:rPr sz="1250">
                <a:solidFill>
                  <a:srgbClr val="CBD5E1"/>
                </a:solidFill>
              </a:rPr>
              <a:t>›  ai_insights.py — the AI brain</a:t>
            </a:r>
          </a:p>
          <a:p>
            <a:pPr>
              <a:spcAft>
                <a:spcPts val="900"/>
              </a:spcAft>
            </a:pPr>
            <a:r>
              <a:rPr sz="1250">
                <a:solidFill>
                  <a:srgbClr val="CBD5E1"/>
                </a:solidFill>
              </a:rPr>
              <a:t>›  export_module.py — Excel / PDF / PPT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</a:rPr>
              <a:t>WHO IT'S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11827"/>
                </a:solidFill>
              </a:rPr>
              <a:t>Use Cases &amp; Target Market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005840" cy="45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361188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00200"/>
            <a:ext cx="82296" cy="21488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6479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1827"/>
                </a:solidFill>
              </a:rPr>
              <a:t>Small Business Reporting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03704"/>
            <a:ext cx="32004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</a:rPr>
              <a:t>Monthly sales, revenue, and operations dashboards without an analyst.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00200"/>
            <a:ext cx="361188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00200"/>
            <a:ext cx="82296" cy="21488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76479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1827"/>
                </a:solidFill>
              </a:rPr>
              <a:t>Sales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203704"/>
            <a:ext cx="32004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</a:rPr>
              <a:t>Track top products, regions, and trends; spot drops early.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600200"/>
            <a:ext cx="361188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19872" y="1600200"/>
            <a:ext cx="82296" cy="21488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75904" y="176479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1827"/>
                </a:solidFill>
              </a:rPr>
              <a:t>Finance Automation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4" y="2203704"/>
            <a:ext cx="32004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</a:rPr>
              <a:t>Clean transaction exports and produce summary reports fast.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977640"/>
            <a:ext cx="361188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3977640"/>
            <a:ext cx="82296" cy="21488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4223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1827"/>
                </a:solidFill>
              </a:rPr>
              <a:t>HR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581144"/>
            <a:ext cx="32004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</a:rPr>
              <a:t>Headcount, salary, tenure, and attrition snapshots.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977640"/>
            <a:ext cx="361188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3977640"/>
            <a:ext cx="82296" cy="21488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9432" y="414223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1827"/>
                </a:solidFill>
              </a:rPr>
              <a:t>Freelance Gigs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2" y="4581144"/>
            <a:ext cx="32004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</a:rPr>
              <a:t>Deliverable for Fiverr &amp; Upwork Excel automation jobs.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19872" y="3977640"/>
            <a:ext cx="361188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19872" y="3977640"/>
            <a:ext cx="82296" cy="21488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75904" y="414223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1827"/>
                </a:solidFill>
              </a:rPr>
              <a:t>Recurring Reports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75904" y="4581144"/>
            <a:ext cx="32004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</a:rPr>
              <a:t>Reusable analytics pack for weekly/monthly leadership reviews.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</a:rPr>
              <a:t>LINKEDIN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11827"/>
                </a:solidFill>
              </a:rPr>
              <a:t>Share This Project on LinkedIn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005840" cy="45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6949440" cy="448056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1827"/>
                </a:solidFill>
              </a:rPr>
              <a:t>Suggested LinkedIn caption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24028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50">
                <a:solidFill>
                  <a:srgbClr val="334155"/>
                </a:solidFill>
              </a:rPr>
              <a:t>&gt;  I built an Excel Automation &amp; AI Reporting Tool in Python.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334155"/>
                </a:solidFill>
              </a:rPr>
              <a:t>&gt;  Upload Excel/CSV -&gt; clean data -&gt; dashboards -&gt; AI insights -&gt; exports.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334155"/>
                </a:solidFill>
              </a:rPr>
              <a:t>&gt;  Built for freelance gigs: sales, finance, HR, and small-business reporting.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334155"/>
                </a:solidFill>
              </a:rPr>
              <a:t>&gt;  Features: client branding, custom colors, logo, PDF/PPT deliverables.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334155"/>
                </a:solidFill>
              </a:rPr>
              <a:t>&gt;  GitHub: https://github.com/amnanadeem08-commits/excelMVP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334155"/>
                </a:solidFill>
              </a:rPr>
              <a:t>&gt;  Stack: Python, Streamlit, Pandas, Plotly, AI insights layer.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600200"/>
            <a:ext cx="388620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600200"/>
            <a:ext cx="82296" cy="2011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82711" y="1764792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1827"/>
                </a:solidFill>
              </a:rPr>
              <a:t>Best for LinkedIn carousel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82711" y="2203704"/>
            <a:ext cx="3474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</a:rPr>
              <a:t>Export these slides as PDF or images. Post 3-5 slides with the GitHub link in the first comment.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3794760"/>
            <a:ext cx="388620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26679" y="3794760"/>
            <a:ext cx="82296" cy="2286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82711" y="3959352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11827"/>
                </a:solidFill>
              </a:rPr>
              <a:t>Hashtags to 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2711" y="4398264"/>
            <a:ext cx="3474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34155"/>
                </a:solidFill>
              </a:rPr>
              <a:t>#Python #DataAnalytics #ExcelAutomation #Streamlit #AI #Freelance #OpenSource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94A3B8"/>
                </a:solidFill>
              </a:rPr>
              <a:t>From messy spreadsheet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</a:rPr>
              <a:t>client-ready report in seconds.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5204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CBD5E1"/>
                </a:solidFill>
              </a:rPr>
              <a:t>Automated cleaning · Branded dashboards · AI insights · Professional exports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343400"/>
            <a:ext cx="5029200" cy="1051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4343400"/>
            <a:ext cx="73152" cy="10515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343400"/>
            <a:ext cx="466344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</a:rPr>
              <a:t>GitHub Repo:
https://github.com/amnanadeem08-commits/excelMVP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4343400"/>
            <a:ext cx="5257800" cy="1051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4343400"/>
            <a:ext cx="73152" cy="105156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4343400"/>
            <a:ext cx="48463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</a:rPr>
              <a:t>Run locally:
streamlit run app.py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56692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</a:rPr>
              <a:t>Star the repo · Share on LinkedIn · Use for Fiverr/Upwork client demos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